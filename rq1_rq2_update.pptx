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Association rate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Tower kill</c:v>
                </c:pt>
                <c:pt idx="1">
                  <c:v>Aegis stolen</c:v>
                </c:pt>
                <c:pt idx="2">
                  <c:v>Tower deny</c:v>
                </c:pt>
                <c:pt idx="3">
                  <c:v>Roshan kill</c:v>
                </c:pt>
                <c:pt idx="4">
                  <c:v>Barracks kill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13.88</c:v>
                </c:pt>
                <c:pt idx="1">
                  <c:v>10.19</c:v>
                </c:pt>
                <c:pt idx="2">
                  <c:v>9.8800000000000008</c:v>
                </c:pt>
                <c:pt idx="3">
                  <c:v>9.5399999999999991</c:v>
                </c:pt>
                <c:pt idx="4">
                  <c:v>9.3800000000000008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F5-4920-AA98-3491793DA2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979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this update covers three things - why and how we switched to a much larger dataset, what happened when RQ1 was re-run at that scale, and the first results from RQ2's event-driven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of the pain points that motivated the switch: OpenDota only parses on request, the parse queue was slow and unreliable, and even successful parses often had very little chat. After weeks of work this yielded 609 usable matches - a working pipeline, but underpowered for what a much larger dataset could offer.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 source is a bulk, pre-parsed Kaggle export from November 2015 - real ranked ladder matches, not pro play. 50,000 matches in one download, with match outcomes, chat, and a gameplay event log all bundled together and already linked by match ID - no live API calls needed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scale jump is dramatic: 609 to 38,810 usable matches, chat coverage from around a third of matches to essentially all of them, and team-trajectories available for RQ1 growing from about 1,100 to over 77,000. Same methodology throughout - just far more statistical power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Re-running the exact same RQ1 test at full scale: every feature that was not significant before is now significant, with extremely small p-values. But look at the effect sizes - Cohen's d barely changed and all three remain under 0.12, well below the 0.2 threshold for even a small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intuition: a p-value is sensitive to sample size, Cohen's d mostly isn't. With about 68 times more data, a genuinely small, real difference between winners and losers becomes statistically detectable - not because the difference grew, but because the tool for detecting it got much more sensitive. The honest conclusion: real, but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51,940 sudden mood shifts were detected across team chat, and 88.7% of them happened within two minutes of a real gameplay event - strong evidence sentiment tracks the game, not random noise. Tower kills are the single strongest trigger even after controlling for how often each event type happens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just detecting shifts, we manually read and categorised the actual chat around a sample of them. Toxicity and hostility was the single most common reaction overall, at 31 percent. It's especially concentrated around tower deny and Aegis stolen - both moments where a team has to visibly accept a setback - at 47 percent toxicity each. Routine tower kills, by contrast, mostly produced humor and banter.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three remaining pieces - finishing the RQ2 write-up including the ethics/content-handling note, tackling RQ3's phase-level design question which is now practical given the larger dataset, and pulling everything together into the full results and discussion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Pivot &amp; Extended Findings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Up: A New Dataset, RQ1 Revisited, and First RQ2 Results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 Botha  ·  2654125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184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Pravesh Ranchod &amp; Branden Ingram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moved away from OpenDota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Parse-on-request only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matches aren't pre-parsed — each one had to be individually requested and queued.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466344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663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Unreliable, slow queue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swung 0–56% batch to batch; some jobs took days, others failed with no explanation.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841248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84124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41248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resulting chat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successful matches often had almost no usable chat — median just 2 messages.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609 usable matches, after weeks of collection work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pipeline — but a much larger, more reliable public dataset would let every analysis run with far more statistical power.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data source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pre-parsed bulk export, not a live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874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“Dota 2 Matches” dataset (devinanzelmo)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2015 — ranked ladder / public matchmaking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6118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matches, bulk-exported in one download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44805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directly linked to the OpenDota-collected matches — a separate, self-contained export with its own match IDs, outcomes, chat, and event log all bundled together.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difference, in real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9319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matches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931920" y="173736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0" y="173736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315200" y="1737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38,810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coverage rate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931920" y="278892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931920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~35–40%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0" y="278892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315200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Team-trajectories (RQ1)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931920" y="384048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3931920" y="3840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1,138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0" y="384048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7315200" y="3840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77,620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same scoring, same lexicon override — just vastly more data to run it 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revisited at 68×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(Mann-Whitney U + Cohen's d), same three features, vastly larger sample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3774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1874520"/>
            <a:ext cx="21031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017520" y="1874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p-value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20640" y="1874520"/>
            <a:ext cx="22860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12064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p-value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1874520"/>
            <a:ext cx="1645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740664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52560" y="1874520"/>
            <a:ext cx="1645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905256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37744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301752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0.311 (ns)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237744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12064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4.1×10⁻⁶⁴ (sig.)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23774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740664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23774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905256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2880360"/>
            <a:ext cx="2377440" cy="502920"/>
          </a:xfrm>
          <a:prstGeom prst="rect">
            <a:avLst/>
          </a:prstGeom>
          <a:solidFill>
            <a:srgbClr val="F7F8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64008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7520" y="2880360"/>
            <a:ext cx="2103120" cy="502920"/>
          </a:xfrm>
          <a:prstGeom prst="rect">
            <a:avLst/>
          </a:prstGeom>
          <a:solidFill>
            <a:srgbClr val="F7F8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01752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 (ns)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20640" y="2880360"/>
            <a:ext cx="2286000" cy="502920"/>
          </a:xfrm>
          <a:prstGeom prst="rect">
            <a:avLst/>
          </a:prstGeom>
          <a:solidFill>
            <a:srgbClr val="F7F8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512064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3.8×10⁻⁵⁰ (sig.)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06640" y="2880360"/>
            <a:ext cx="1645920" cy="502920"/>
          </a:xfrm>
          <a:prstGeom prst="rect">
            <a:avLst/>
          </a:prstGeom>
          <a:solidFill>
            <a:srgbClr val="F7F8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740664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52560" y="2880360"/>
            <a:ext cx="1645920" cy="502920"/>
          </a:xfrm>
          <a:prstGeom prst="rect">
            <a:avLst/>
          </a:prstGeom>
          <a:solidFill>
            <a:srgbClr val="F7F8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905256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338328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4008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delta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17520" y="338328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301752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 (ns)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20640" y="338328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512064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2.1×10⁻¹⁹ (sig.)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06640" y="33832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740664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052560" y="33832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905256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420624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914400" y="43891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now statistically significant — but effect sizes barely moved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Cohen's d values remain under 0.12 — still far below 0.2, the threshold for even a “small” effect.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Why: it's about statistical power, not a bigger effect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kitchen scale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500g from 500.1g — the difference is real, but the instrument isn't precise enough to register it. It just reads “the same.”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26517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46520" y="1691640"/>
            <a:ext cx="5074920" cy="2834640"/>
          </a:xfrm>
          <a:prstGeom prst="roundRect">
            <a:avLst>
              <a:gd name="adj" fmla="val 19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7208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lab-grade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20840" y="22860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that same 0.1g difference clearly. The weight didn't change — the precision of the measurement did.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dataset wasn't wrong — it simply lacked the statistical power to detect a difference this subtle. At scale, the same small difference becomes measurable.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do sentiment shifts track real events?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PELT change-point detection finds sudden mood shifts; each is checked against the game's event log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51,940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shift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detected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389120" y="19659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389120" y="27432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a real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event nearby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8138160" y="19659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38160" y="27432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shifts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events trigger the strongest reaction? (per-occurrence rate)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40080" y="4206240"/>
          <a:ext cx="10881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kind of reaction, and to what?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real chat excerpts manually read and categorised, 15 per event type</a:t>
            </a:r>
            <a:endParaRPr lang="en-US" sz="1300" dirty="0"/>
          </a:p>
        </p:txBody>
      </p:sp>
      <p:pic>
        <p:nvPicPr>
          <p:cNvPr id="4" name="Image 0" descr="rq2_stacke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7315200" cy="3959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50876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8412480" y="16459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412480" y="22402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reactions were toxicity/hostility — the single most common response overall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183880" y="352044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8412480" y="36576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412480" y="42519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rate for Tower Deny &amp; Aegis Stolen — both moments of visible, unambiguous setback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1600200" y="1783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phase-level correlation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21945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practical at this scale — decide whether to recompute slope/volatility within each phase, not just reuse RQ1's whole-match values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600200" y="31089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phase-level correlation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35204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practical at this scale — decide whether to recompute slope/volatility within each phase, not just reuse RQ1's whole-match values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600200" y="44348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4846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dataset pivot, both RQ1 runs, and RQ2 together into the results and discussion chapters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9853</TotalTime>
  <Words>1157</Words>
  <Application>Microsoft Office PowerPoint</Application>
  <PresentationFormat>Widescreen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stephan Botha</cp:lastModifiedBy>
  <cp:revision>2</cp:revision>
  <dcterms:created xsi:type="dcterms:W3CDTF">2026-08-20T10:39:26Z</dcterms:created>
  <dcterms:modified xsi:type="dcterms:W3CDTF">2026-08-27T06:55:58Z</dcterms:modified>
</cp:coreProperties>
</file>